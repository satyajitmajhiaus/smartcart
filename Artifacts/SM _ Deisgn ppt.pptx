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7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322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09-01-2026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663347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09-01-2026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9668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09-01-2026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8909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09-01-2026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994948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09-01-2026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5191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09-01-2026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2829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09-01-2026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64324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09-01-2026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866183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09-01-2026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9558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09-01-2026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64960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09-01-2026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88025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28ABBB-BC92-436B-86C2-593EDF46E0C9}" type="datetimeFigureOut">
              <a:rPr lang="en-IN" smtClean="0"/>
              <a:t>09-01-2026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5410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/>
          <p:cNvCxnSpPr/>
          <p:nvPr/>
        </p:nvCxnSpPr>
        <p:spPr>
          <a:xfrm>
            <a:off x="3501957" y="1108954"/>
            <a:ext cx="0" cy="4254230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>
            <a:off x="6825574" y="1050588"/>
            <a:ext cx="0" cy="4254230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93477" y="2853448"/>
            <a:ext cx="1693344" cy="3826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React JS</a:t>
            </a:r>
            <a:endParaRPr lang="en-IN" dirty="0"/>
          </a:p>
        </p:txBody>
      </p:sp>
      <p:sp>
        <p:nvSpPr>
          <p:cNvPr id="8" name="TextBox 7"/>
          <p:cNvSpPr txBox="1"/>
          <p:nvPr/>
        </p:nvSpPr>
        <p:spPr>
          <a:xfrm>
            <a:off x="874757" y="810957"/>
            <a:ext cx="1930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Presentation Layer</a:t>
            </a:r>
            <a:endParaRPr lang="en-IN" dirty="0"/>
          </a:p>
        </p:txBody>
      </p:sp>
      <p:sp>
        <p:nvSpPr>
          <p:cNvPr id="9" name="TextBox 8"/>
          <p:cNvSpPr txBox="1"/>
          <p:nvPr/>
        </p:nvSpPr>
        <p:spPr>
          <a:xfrm>
            <a:off x="4085912" y="856355"/>
            <a:ext cx="17989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Application Layer</a:t>
            </a:r>
            <a:endParaRPr lang="en-IN" dirty="0"/>
          </a:p>
        </p:txBody>
      </p:sp>
      <p:sp>
        <p:nvSpPr>
          <p:cNvPr id="10" name="TextBox 9"/>
          <p:cNvSpPr txBox="1"/>
          <p:nvPr/>
        </p:nvSpPr>
        <p:spPr>
          <a:xfrm>
            <a:off x="8077199" y="865922"/>
            <a:ext cx="1006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DB Layer</a:t>
            </a:r>
            <a:endParaRPr lang="en-IN" dirty="0"/>
          </a:p>
        </p:txBody>
      </p:sp>
      <p:sp>
        <p:nvSpPr>
          <p:cNvPr id="11" name="Rectangle 10"/>
          <p:cNvSpPr/>
          <p:nvPr/>
        </p:nvSpPr>
        <p:spPr>
          <a:xfrm>
            <a:off x="993477" y="2110903"/>
            <a:ext cx="1693344" cy="3826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Client Browser</a:t>
            </a:r>
            <a:endParaRPr lang="en-IN" dirty="0"/>
          </a:p>
        </p:txBody>
      </p:sp>
      <p:sp>
        <p:nvSpPr>
          <p:cNvPr id="12" name="Rectangle 11"/>
          <p:cNvSpPr/>
          <p:nvPr/>
        </p:nvSpPr>
        <p:spPr>
          <a:xfrm>
            <a:off x="648512" y="1556425"/>
            <a:ext cx="2451370" cy="23022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Rectangle 12"/>
          <p:cNvSpPr/>
          <p:nvPr/>
        </p:nvSpPr>
        <p:spPr>
          <a:xfrm>
            <a:off x="4317093" y="2506494"/>
            <a:ext cx="1693344" cy="3826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.NET Core API</a:t>
            </a:r>
            <a:endParaRPr lang="en-IN" dirty="0"/>
          </a:p>
        </p:txBody>
      </p:sp>
      <p:grpSp>
        <p:nvGrpSpPr>
          <p:cNvPr id="25" name="Group 24"/>
          <p:cNvGrpSpPr/>
          <p:nvPr/>
        </p:nvGrpSpPr>
        <p:grpSpPr>
          <a:xfrm>
            <a:off x="7741827" y="1797790"/>
            <a:ext cx="2134326" cy="1783246"/>
            <a:chOff x="7864340" y="1517674"/>
            <a:chExt cx="2134326" cy="1783246"/>
          </a:xfrm>
        </p:grpSpPr>
        <p:pic>
          <p:nvPicPr>
            <p:cNvPr id="14" name="Picture 13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541" t="25254" r="56968" b="28165"/>
            <a:stretch/>
          </p:blipFill>
          <p:spPr>
            <a:xfrm>
              <a:off x="8177719" y="1660187"/>
              <a:ext cx="518809" cy="453958"/>
            </a:xfrm>
            <a:prstGeom prst="rect">
              <a:avLst/>
            </a:prstGeom>
          </p:spPr>
        </p:pic>
        <p:sp>
          <p:nvSpPr>
            <p:cNvPr id="15" name="Flowchart: Magnetic Disk 14"/>
            <p:cNvSpPr/>
            <p:nvPr/>
          </p:nvSpPr>
          <p:spPr>
            <a:xfrm>
              <a:off x="8262025" y="2412415"/>
              <a:ext cx="389106" cy="512731"/>
            </a:xfrm>
            <a:prstGeom prst="flowChartMagneticDisk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714837" y="2415816"/>
              <a:ext cx="1238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smtClean="0"/>
                <a:t>MS SQL DB</a:t>
              </a:r>
              <a:endParaRPr lang="en-IN" dirty="0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8696528" y="1702500"/>
              <a:ext cx="1238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smtClean="0"/>
                <a:t>Redis</a:t>
              </a:r>
              <a:endParaRPr lang="en-IN" dirty="0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864340" y="1517674"/>
              <a:ext cx="2134326" cy="1783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cxnSp>
        <p:nvCxnSpPr>
          <p:cNvPr id="33" name="Straight Arrow Connector 32"/>
          <p:cNvCxnSpPr>
            <a:stCxn id="11" idx="2"/>
            <a:endCxn id="7" idx="0"/>
          </p:cNvCxnSpPr>
          <p:nvPr/>
        </p:nvCxnSpPr>
        <p:spPr>
          <a:xfrm>
            <a:off x="1840149" y="2493524"/>
            <a:ext cx="0" cy="3599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12" idx="3"/>
            <a:endCxn id="13" idx="1"/>
          </p:cNvCxnSpPr>
          <p:nvPr/>
        </p:nvCxnSpPr>
        <p:spPr>
          <a:xfrm flipV="1">
            <a:off x="3099882" y="2697805"/>
            <a:ext cx="1217211" cy="972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13" idx="3"/>
            <a:endCxn id="27" idx="1"/>
          </p:cNvCxnSpPr>
          <p:nvPr/>
        </p:nvCxnSpPr>
        <p:spPr>
          <a:xfrm flipV="1">
            <a:off x="6010437" y="2689413"/>
            <a:ext cx="1731390" cy="839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71894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18</Words>
  <Application>Microsoft Office PowerPoint</Application>
  <PresentationFormat>Widescreen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Satya</dc:creator>
  <cp:lastModifiedBy>Satya</cp:lastModifiedBy>
  <cp:revision>3</cp:revision>
  <dcterms:created xsi:type="dcterms:W3CDTF">2026-01-09T14:12:10Z</dcterms:created>
  <dcterms:modified xsi:type="dcterms:W3CDTF">2026-01-09T14:19:32Z</dcterms:modified>
</cp:coreProperties>
</file>